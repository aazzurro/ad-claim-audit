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PingFang SC"/>
              </a:rPr>
              <a:t>短视频广告虚假宣传话术检测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A6F6F"/>
                </a:solidFill>
                <a:latin typeface="PingFang SC"/>
              </a:rPr>
              <a:t>实践项目（三）　答辩材料　共用稿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PingFang SC"/>
              </a:rPr>
              <a:t>作者：【待填】　　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任务与目标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输入：约30秒直播/短视频广告切片（本包237条，整包作测试集）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过程：抽音抽帧 → ASR/OCR → 规则/LM分类 → 证据与法条 → 评测 → Demo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输出：风险标签、原文证据、时间戳/位置、规则依据、解释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约束：小规模LM（Qwen2.5-7B）；词表与少样本不得使用测试视频原句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标签：正常 / 夸大功效 / 虚假收益 / 诱导消费 / 站外导流 / 其他线索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样本与金标准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237条，时长均值32.5秒；化妆品80、厨卫电器46、保健食品23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夸大功效195，诱导消费27，正常33，多标签20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收益承诺、其他线索各1条；站外导流支持为0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判断只看本条可见可听内容，不推测商品是否真有效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ASR / OCR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ASR：FunASR SenseVoiceSmall，带时间戳，237/237成功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OCR：每3秒抽帧 + 画面变化去重，PP-OCRv6 small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清洗：去公屏/控件，保留商品卡与卖点叠字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关键观察：最低价、天花板、首个，经常只出现在画面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E1 规则基线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词表只来自任务书与《广告法》《直播电商监督管理办法》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micro P/R/F1 = 0.966 / 0.643 / 0.772，完全匹配157/237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诱导消费 F1 0.773，夸大功效 F1 0.777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有条件描述附近命中不标风险；无命中≠人工认定安全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E2 少样本分类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本机 Ollama Qwen2.5-7B；8组少样本均来自任务书/法规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后处理：证据必须是原文子串，否则丢标签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micro P/R/F1 = 0.907 / 0.612 / 0.731，完全匹配138/237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能抓“老10倍”“14天改善”；常把“最低价”放过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E3 简单改进：规则 ∪ 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不改词表、不改提示词、不重跑LLM，只融合已有预测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E1 0.772，E2 0.731，并集后 0.867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诱导消费 F1：0.773 / 0.735 → 0.873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夸大功效 F1：0.777 / 0.731 → 0.867；完全匹配182/237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人工复核（24条）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分层：稀有标签、互补、漏检、误检、正负例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E1有15条、E2有16条需要修改，但错因不同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典型：10/20互补；162证据错；192收益承诺双边漏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208预算天花板误伤；94倒计时催拍无关键词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案例：互补与证据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10：E1打中天花板，E2打中“活动就一天”，并集才完整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162：应引“治疗骨关节炎”，模型却取“可达0.4”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192：规则打“首个”；“只谈收益”不标收益承诺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1：导向口播+最高领取，正确标正常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E4：口播 / 画面分路再并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合路 prompt 会淹没画面；10/20 互补在模态之间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E4 = 口播-only ∪ 画面-only ∪ E1，不改词表、不改少样本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micro F1 0.867 → 0.879；完全匹配 182 → 185；诱导消费召回 26/27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消融：只口播 0.577，只画面 0.663，都弱于合路 E2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11 条新对、8 条新错；192 收益承诺仍漏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Demo「审言」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python -m src.app  →  http://127.0.0.1:7860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上传视频或从测试集选择；三种模式可切换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展示口播、OCR、标签、证据、时间戳、法条、解释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无登录、无爬取、无自动处罚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PingFang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PingFang SC"/>
              </a:rPr>
              <a:t/>
            </a:r>
          </a:p>
          <a:p/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画面叠字与口播必须一起审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规则保精确和可解释，模型补词表外断言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纪律内的并集是有效的一次改进；分路还能再补促销召回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单看口播或单看画面都不够，增益来自拆开后再并</a:t>
            </a:r>
          </a:p>
          <a:p>
            <a:pPr algn="l"/>
            <a:r>
              <a:rPr sz="2000">
                <a:solidFill>
                  <a:srgbClr val="222222"/>
                </a:solidFill>
                <a:latin typeface="PingFang SC"/>
              </a:rPr>
              <a:t>证据质量与标签同等重要；稀有类要靠复核说话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3A5F"/>
                </a:solidFill>
                <a:latin typeface="PingFang SC"/>
              </a:rPr>
              <a:t>谢谢。欢迎提问。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PingFang SC"/>
              </a:rPr>
              <a:t>姓名处请改为组员名单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